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12A428-D9CA-4CFC-91A3-9D75D30F7405}" v="14" dt="2026-10-29T14:29:34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Evelyn" userId="91872a06-d26d-43f5-8881-9ae15f9d0878" providerId="ADAL" clId="{20E7F965-2513-4268-A55F-76C9B96B83BD}"/>
    <pc:docChg chg="undo custSel addSld delSld modSld">
      <pc:chgData name="Julia Evelyn" userId="91872a06-d26d-43f5-8881-9ae15f9d0878" providerId="ADAL" clId="{20E7F965-2513-4268-A55F-76C9B96B83BD}" dt="2026-10-29T14:29:40.216" v="9392"/>
      <pc:docMkLst>
        <pc:docMk/>
      </pc:docMkLst>
      <pc:sldChg chg="addSp delSp modSp mod">
        <pc:chgData name="Julia Evelyn" userId="91872a06-d26d-43f5-8881-9ae15f9d0878" providerId="ADAL" clId="{20E7F965-2513-4268-A55F-76C9B96B83BD}" dt="2026-10-29T14:29:40.216" v="9392"/>
        <pc:sldMkLst>
          <pc:docMk/>
          <pc:sldMk cId="0" sldId="256"/>
        </pc:sldMkLst>
        <pc:spChg chg="mod">
          <ac:chgData name="Julia Evelyn" userId="91872a06-d26d-43f5-8881-9ae15f9d0878" providerId="ADAL" clId="{20E7F965-2513-4268-A55F-76C9B96B83BD}" dt="2026-10-29T12:09:17.373" v="9389" actId="20577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Julia Evelyn" userId="91872a06-d26d-43f5-8881-9ae15f9d0878" providerId="ADAL" clId="{20E7F965-2513-4268-A55F-76C9B96B83BD}" dt="2026-10-29T14:29:40.216" v="9392"/>
          <ac:spMkLst>
            <pc:docMk/>
            <pc:sldMk cId="0" sldId="256"/>
            <ac:spMk id="12" creationId="{3CBC7061-862F-06CF-2774-152F8B95656E}"/>
          </ac:spMkLst>
        </pc:spChg>
      </pc:sldChg>
      <pc:sldChg chg="addSp modSp del mod">
        <pc:chgData name="Julia Evelyn" userId="91872a06-d26d-43f5-8881-9ae15f9d0878" providerId="ADAL" clId="{20E7F965-2513-4268-A55F-76C9B96B83BD}" dt="2026-10-29T12:06:42.173" v="9387" actId="47"/>
        <pc:sldMkLst>
          <pc:docMk/>
          <pc:sldMk cId="0" sldId="257"/>
        </pc:sldMkLst>
        <pc:spChg chg="add mod">
          <ac:chgData name="Julia Evelyn" userId="91872a06-d26d-43f5-8881-9ae15f9d0878" providerId="ADAL" clId="{20E7F965-2513-4268-A55F-76C9B96B83BD}" dt="2026-10-29T01:29:58.386" v="9353" actId="1076"/>
          <ac:spMkLst>
            <pc:docMk/>
            <pc:sldMk cId="0" sldId="257"/>
            <ac:spMk id="20" creationId="{FF8E9AC2-FB51-12BE-6FB2-93A353834848}"/>
          </ac:spMkLst>
        </pc:spChg>
      </pc:sldChg>
      <pc:sldChg chg="addSp delSp modSp mod">
        <pc:chgData name="Julia Evelyn" userId="91872a06-d26d-43f5-8881-9ae15f9d0878" providerId="ADAL" clId="{20E7F965-2513-4268-A55F-76C9B96B83BD}" dt="2026-10-29T01:33:36.022" v="9359" actId="1076"/>
        <pc:sldMkLst>
          <pc:docMk/>
          <pc:sldMk cId="0" sldId="258"/>
        </pc:sldMkLst>
        <pc:spChg chg="mod">
          <ac:chgData name="Julia Evelyn" userId="91872a06-d26d-43f5-8881-9ae15f9d0878" providerId="ADAL" clId="{20E7F965-2513-4268-A55F-76C9B96B83BD}" dt="2026-10-26T13:08:57.009" v="8642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57.009" v="8642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57.009" v="8642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57.009" v="8642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57.009" v="8642" actId="790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Julia Evelyn" userId="91872a06-d26d-43f5-8881-9ae15f9d0878" providerId="ADAL" clId="{20E7F965-2513-4268-A55F-76C9B96B83BD}" dt="2026-10-29T01:33:30.038" v="9358"/>
          <ac:spMkLst>
            <pc:docMk/>
            <pc:sldMk cId="0" sldId="258"/>
            <ac:spMk id="8" creationId="{D8F4C828-59C8-6AF0-7D76-E56A27DDD00D}"/>
          </ac:spMkLst>
        </pc:spChg>
        <pc:spChg chg="mod">
          <ac:chgData name="Julia Evelyn" userId="91872a06-d26d-43f5-8881-9ae15f9d0878" providerId="ADAL" clId="{20E7F965-2513-4268-A55F-76C9B96B83BD}" dt="2026-10-26T13:08:57.009" v="8642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57.009" v="8642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9:39.018" v="8648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9T01:33:36.022" v="935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9T01:33:36.022" v="9359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9T01:33:36.022" v="9359" actId="1076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Julia Evelyn" userId="91872a06-d26d-43f5-8881-9ae15f9d0878" providerId="ADAL" clId="{20E7F965-2513-4268-A55F-76C9B96B83BD}" dt="2026-10-26T13:23:14.264" v="8816" actId="20577"/>
        <pc:sldMkLst>
          <pc:docMk/>
          <pc:sldMk cId="0" sldId="259"/>
        </pc:sldMkLst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08:49.649" v="8641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19.649" v="8661" actId="20577"/>
          <ac:spMkLst>
            <pc:docMk/>
            <pc:sldMk cId="0" sldId="259"/>
            <ac:spMk id="11" creationId="{00000000-0000-0000-0000-000000000000}"/>
          </ac:spMkLst>
        </pc:spChg>
        <pc:graphicFrameChg chg="modGraphic">
          <ac:chgData name="Julia Evelyn" userId="91872a06-d26d-43f5-8881-9ae15f9d0878" providerId="ADAL" clId="{20E7F965-2513-4268-A55F-76C9B96B83BD}" dt="2026-10-26T13:23:14.264" v="8816" actId="20577"/>
          <ac:graphicFrameMkLst>
            <pc:docMk/>
            <pc:sldMk cId="0" sldId="259"/>
            <ac:graphicFrameMk id="8" creationId="{00000000-0000-0000-0000-000000000000}"/>
          </ac:graphicFrameMkLst>
        </pc:graphicFrameChg>
      </pc:sldChg>
      <pc:sldChg chg="addSp delSp modSp mod">
        <pc:chgData name="Julia Evelyn" userId="91872a06-d26d-43f5-8881-9ae15f9d0878" providerId="ADAL" clId="{20E7F965-2513-4268-A55F-76C9B96B83BD}" dt="2026-10-26T17:02:36.150" v="8892" actId="20577"/>
        <pc:sldMkLst>
          <pc:docMk/>
          <pc:sldMk cId="0" sldId="260"/>
        </pc:sldMkLst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7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7:02:36.150" v="8892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1T17:30:57.418" v="3273" actId="12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Julia Evelyn" userId="91872a06-d26d-43f5-8881-9ae15f9d0878" providerId="ADAL" clId="{20E7F965-2513-4268-A55F-76C9B96B83BD}" dt="2026-10-26T13:11:28.372" v="8662" actId="790"/>
          <ac:spMkLst>
            <pc:docMk/>
            <pc:sldMk cId="0" sldId="260"/>
            <ac:spMk id="19" creationId="{04A1193C-7DD6-E4F4-7901-335DD0024920}"/>
          </ac:spMkLst>
        </pc:spChg>
      </pc:sldChg>
      <pc:sldChg chg="addSp delSp modSp mod">
        <pc:chgData name="Julia Evelyn" userId="91872a06-d26d-43f5-8881-9ae15f9d0878" providerId="ADAL" clId="{20E7F965-2513-4268-A55F-76C9B96B83BD}" dt="2026-10-29T12:06:35.498" v="9385" actId="478"/>
        <pc:sldMkLst>
          <pc:docMk/>
          <pc:sldMk cId="0" sldId="261"/>
        </pc:sldMkLst>
        <pc:spChg chg="mod">
          <ac:chgData name="Julia Evelyn" userId="91872a06-d26d-43f5-8881-9ae15f9d0878" providerId="ADAL" clId="{20E7F965-2513-4268-A55F-76C9B96B83BD}" dt="2026-10-26T13:11:37.552" v="8663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37.552" v="8663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37.552" v="8663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37.552" v="8663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37.552" v="8663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6T13:11:37.552" v="8663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02:15:04.407" v="8975" actId="113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Julia Evelyn" userId="91872a06-d26d-43f5-8881-9ae15f9d0878" providerId="ADAL" clId="{20E7F965-2513-4268-A55F-76C9B96B83BD}" dt="2026-10-26T13:15:54.125" v="8792" actId="1036"/>
          <ac:spMkLst>
            <pc:docMk/>
            <pc:sldMk cId="0" sldId="261"/>
            <ac:spMk id="11" creationId="{4F2C5F38-0AF3-73A6-FFEE-D808DAC0B7A1}"/>
          </ac:spMkLst>
        </pc:spChg>
        <pc:spChg chg="add del mod">
          <ac:chgData name="Julia Evelyn" userId="91872a06-d26d-43f5-8881-9ae15f9d0878" providerId="ADAL" clId="{20E7F965-2513-4268-A55F-76C9B96B83BD}" dt="2026-10-29T12:06:35.498" v="9385" actId="478"/>
          <ac:spMkLst>
            <pc:docMk/>
            <pc:sldMk cId="0" sldId="261"/>
            <ac:spMk id="12" creationId="{7B581F64-C644-E1D8-FC38-67896E18155F}"/>
          </ac:spMkLst>
        </pc:spChg>
        <pc:graphicFrameChg chg="mod modGraphic">
          <ac:chgData name="Julia Evelyn" userId="91872a06-d26d-43f5-8881-9ae15f9d0878" providerId="ADAL" clId="{20E7F965-2513-4268-A55F-76C9B96B83BD}" dt="2026-10-26T13:15:49.485" v="8778" actId="1076"/>
          <ac:graphicFrameMkLst>
            <pc:docMk/>
            <pc:sldMk cId="0" sldId="261"/>
            <ac:graphicFrameMk id="8" creationId="{00000000-0000-0000-0000-000000000000}"/>
          </ac:graphicFrameMkLst>
        </pc:graphicFrameChg>
      </pc:sldChg>
      <pc:sldChg chg="addSp delSp modSp mod">
        <pc:chgData name="Julia Evelyn" userId="91872a06-d26d-43f5-8881-9ae15f9d0878" providerId="ADAL" clId="{20E7F965-2513-4268-A55F-76C9B96B83BD}" dt="2026-10-29T12:06:40.055" v="9386" actId="478"/>
        <pc:sldMkLst>
          <pc:docMk/>
          <pc:sldMk cId="0" sldId="262"/>
        </pc:sldMkLst>
        <pc:spChg chg="add del mod">
          <ac:chgData name="Julia Evelyn" userId="91872a06-d26d-43f5-8881-9ae15f9d0878" providerId="ADAL" clId="{20E7F965-2513-4268-A55F-76C9B96B83BD}" dt="2026-10-29T12:06:40.055" v="9386" actId="478"/>
          <ac:spMkLst>
            <pc:docMk/>
            <pc:sldMk cId="0" sldId="262"/>
            <ac:spMk id="8" creationId="{5610F628-3440-3CEC-3C0B-CB3BC0B1A42C}"/>
          </ac:spMkLst>
        </pc:spChg>
        <pc:spChg chg="mod">
          <ac:chgData name="Julia Evelyn" userId="91872a06-d26d-43f5-8881-9ae15f9d0878" providerId="ADAL" clId="{20E7F965-2513-4268-A55F-76C9B96B83BD}" dt="2026-10-23T17:09:10.637" v="6479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02:48:21.399" v="8988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9T11:03:12.566" v="9384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9T01:47:13.318" v="9373" actId="103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9T02:12:01.535" v="9380" actId="113"/>
          <ac:spMkLst>
            <pc:docMk/>
            <pc:sldMk cId="0" sldId="262"/>
            <ac:spMk id="14" creationId="{00000000-0000-0000-0000-000000000000}"/>
          </ac:spMkLst>
        </pc:spChg>
        <pc:spChg chg="add del mod">
          <ac:chgData name="Julia Evelyn" userId="91872a06-d26d-43f5-8881-9ae15f9d0878" providerId="ADAL" clId="{20E7F965-2513-4268-A55F-76C9B96B83BD}" dt="2026-10-29T01:46:48.418" v="9362"/>
          <ac:spMkLst>
            <pc:docMk/>
            <pc:sldMk cId="0" sldId="262"/>
            <ac:spMk id="15" creationId="{F19414E2-EDDD-14C5-ECF2-BD61A09779F1}"/>
          </ac:spMkLst>
        </pc:spChg>
        <pc:spChg chg="add del mod">
          <ac:chgData name="Julia Evelyn" userId="91872a06-d26d-43f5-8881-9ae15f9d0878" providerId="ADAL" clId="{20E7F965-2513-4268-A55F-76C9B96B83BD}" dt="2026-10-29T01:46:55.933" v="9365"/>
          <ac:spMkLst>
            <pc:docMk/>
            <pc:sldMk cId="0" sldId="262"/>
            <ac:spMk id="16" creationId="{7EBB166B-A6E8-6B54-9294-E42D0A59A4F3}"/>
          </ac:spMkLst>
        </pc:spChg>
        <pc:spChg chg="add del mod">
          <ac:chgData name="Julia Evelyn" userId="91872a06-d26d-43f5-8881-9ae15f9d0878" providerId="ADAL" clId="{20E7F965-2513-4268-A55F-76C9B96B83BD}" dt="2026-10-29T01:47:00.395" v="9367" actId="478"/>
          <ac:spMkLst>
            <pc:docMk/>
            <pc:sldMk cId="0" sldId="262"/>
            <ac:spMk id="17" creationId="{E8B21412-EA63-DDFA-3BBF-7F791F469248}"/>
          </ac:spMkLst>
        </pc:spChg>
        <pc:spChg chg="add del mod">
          <ac:chgData name="Julia Evelyn" userId="91872a06-d26d-43f5-8881-9ae15f9d0878" providerId="ADAL" clId="{20E7F965-2513-4268-A55F-76C9B96B83BD}" dt="2026-10-29T01:47:03.709" v="9370"/>
          <ac:spMkLst>
            <pc:docMk/>
            <pc:sldMk cId="0" sldId="262"/>
            <ac:spMk id="18" creationId="{0F7F53D8-1C36-8394-FB20-CD85392CF381}"/>
          </ac:spMkLst>
        </pc:spChg>
      </pc:sldChg>
      <pc:sldChg chg="addSp delSp modSp mod">
        <pc:chgData name="Julia Evelyn" userId="91872a06-d26d-43f5-8881-9ae15f9d0878" providerId="ADAL" clId="{20E7F965-2513-4268-A55F-76C9B96B83BD}" dt="2026-10-28T13:41:21.624" v="9273" actId="1036"/>
        <pc:sldMkLst>
          <pc:docMk/>
          <pc:sldMk cId="0" sldId="263"/>
        </pc:sldMkLst>
        <pc:spChg chg="mod">
          <ac:chgData name="Julia Evelyn" userId="91872a06-d26d-43f5-8881-9ae15f9d0878" providerId="ADAL" clId="{20E7F965-2513-4268-A55F-76C9B96B83BD}" dt="2026-10-26T13:11:47.374" v="8664" actId="7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1:03:52.151" v="9079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1:06:45.980" v="9247" actId="10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1:06:45.980" v="9247" actId="10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1:06:17.561" v="9214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1:06:36.926" v="9231" actId="10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1:06:36.926" v="9231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1:06:50.675" v="9250" actId="10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3:41:21.624" v="9273" actId="10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ulia Evelyn" userId="91872a06-d26d-43f5-8881-9ae15f9d0878" providerId="ADAL" clId="{20E7F965-2513-4268-A55F-76C9B96B83BD}" dt="2026-10-28T13:41:15.901" v="9266" actId="1036"/>
          <ac:spMkLst>
            <pc:docMk/>
            <pc:sldMk cId="0" sldId="263"/>
            <ac:spMk id="13" creationId="{00000000-0000-0000-0000-000000000000}"/>
          </ac:spMkLst>
        </pc:spChg>
        <pc:spChg chg="add del mod">
          <ac:chgData name="Julia Evelyn" userId="91872a06-d26d-43f5-8881-9ae15f9d0878" providerId="ADAL" clId="{20E7F965-2513-4268-A55F-76C9B96B83BD}" dt="2026-10-28T11:03:46.028" v="9078" actId="478"/>
          <ac:spMkLst>
            <pc:docMk/>
            <pc:sldMk cId="0" sldId="263"/>
            <ac:spMk id="15" creationId="{4838456B-475B-FBC3-643A-BF7A969D25F2}"/>
          </ac:spMkLst>
        </pc:spChg>
        <pc:spChg chg="add del mod">
          <ac:chgData name="Julia Evelyn" userId="91872a06-d26d-43f5-8881-9ae15f9d0878" providerId="ADAL" clId="{20E7F965-2513-4268-A55F-76C9B96B83BD}" dt="2026-10-28T11:06:55.489" v="9251" actId="478"/>
          <ac:spMkLst>
            <pc:docMk/>
            <pc:sldMk cId="0" sldId="263"/>
            <ac:spMk id="17" creationId="{6AA3ED34-1466-02C8-4E95-E5C4E45F35E6}"/>
          </ac:spMkLst>
        </pc:spChg>
        <pc:spChg chg="add del mod">
          <ac:chgData name="Julia Evelyn" userId="91872a06-d26d-43f5-8881-9ae15f9d0878" providerId="ADAL" clId="{20E7F965-2513-4268-A55F-76C9B96B83BD}" dt="2026-10-28T11:06:20.429" v="9215" actId="478"/>
          <ac:spMkLst>
            <pc:docMk/>
            <pc:sldMk cId="0" sldId="263"/>
            <ac:spMk id="19" creationId="{8B01E06C-6EFC-346D-CA41-9F403D1960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133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Preencha seu nome, o nome da instrutora e 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problema de negócio e como o GFC responde a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que o trem de força e por que estes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com um exemplo de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matriz de responsabilidades.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sabe ler a tela do GFC.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GFC E O MEU PAPEL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GFC existe, quem faz o quê e como a plataforma funciona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Evelyn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Instrutora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Vitoria Sousa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29/10/2026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pt-BR" sz="18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GFC EXISTE</a:t>
            </a:r>
            <a:endParaRPr lang="pt-BR" sz="2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pt-BR" sz="1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00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pt-BR" sz="800" noProof="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pt-BR" sz="13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Devido ao número de ativos, equipamentos e componentes que devem ser gerenciados, o GFC é uma ferramenta que surge para amenizar as intercorrências capazes de impactar a produção significativamente. Os ativos comtemplados pelo controle do GFC são analisados com uma maior acuidade nas análises e quando ocorre a parada não programada, o custo por este reparo pode aumentar catastroficamente, diminuindo a disponibilidade física do equipamento, trazendo prejuízos financeiros substanciais para o cliente e ausência de controle preditivo.</a:t>
            </a:r>
            <a:endParaRPr lang="pt-BR" sz="1200" noProof="0" dirty="0"/>
          </a:p>
        </p:txBody>
      </p:sp>
      <p:sp>
        <p:nvSpPr>
          <p:cNvPr id="12" name="Shape 9"/>
          <p:cNvSpPr/>
          <p:nvPr/>
        </p:nvSpPr>
        <p:spPr>
          <a:xfrm>
            <a:off x="4582511" y="1050194"/>
            <a:ext cx="4023360" cy="356616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 txBox="1"/>
          <p:nvPr/>
        </p:nvSpPr>
        <p:spPr>
          <a:xfrm>
            <a:off x="4795345" y="125136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GFC responde</a:t>
            </a:r>
            <a:endParaRPr lang="pt-BR" sz="1300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4732285" y="1598833"/>
            <a:ext cx="3749040" cy="301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contribuição nas operações proporcionam uma maior visibilidade sistêmica em tempo real, ajudando na tomada de decisão com antecedência, o que diminui paradas emergenciais, reforça o custo acordado com o cliente e garante o estoque de componentes. O GFC atua em meio a importantes pilares da gestão, como no Controle de 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Horímetro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Gestão de Relacionamento Comercial e o Monitoramento das Condições Atuais da Frota.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pt-BR" sz="18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 E FROTAS POR SITE</a:t>
            </a:r>
            <a:endParaRPr lang="pt-BR" sz="2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pt-BR" sz="1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00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pt-BR" sz="800" noProof="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292608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161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</a:t>
            </a:r>
            <a:endParaRPr lang="pt-BR" sz="13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Faz parte do Grupo 1 os seguintes componentes: motor diesel, transmissão, conversor de torque, diferencial e comandos finais, são caracterizados por terem alto valor agregado e com uma severidade de aplicação que exige acompanhamento minucioso, para garantir a boa performance.</a:t>
            </a:r>
            <a:endParaRPr lang="pt-BR" sz="12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251460"/>
              </p:ext>
            </p:extLst>
          </p:nvPr>
        </p:nvGraphicFramePr>
        <p:xfrm>
          <a:off x="3566160" y="1051560"/>
          <a:ext cx="5166360" cy="3657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Frotas monitoradas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Serra Sul (S11D)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794, D11, 994K e 24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Serra Norte (Carajás)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797, 794, D11 e 24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Metais Básicos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797, 794, 793D, D11, 24 e 395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Hydro Paragominas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777, D11 990 e 395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Tocantizinho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777 e 395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MRN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D11 e 395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Alcoa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D11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pt-BR" sz="18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MODALIDADES DE CONTRATO</a:t>
            </a:r>
            <a:endParaRPr lang="pt-BR" sz="2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pt-BR" sz="1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00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pt-BR" sz="800" noProof="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2651760" cy="23774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</a:t>
            </a:r>
            <a:endParaRPr lang="pt-BR" sz="13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Nesta modalidade, a Sotreq atua no controle total da manutenção dos ativos, e também sobre os indicadores de desempenho e resultado operacional desses ativos</a:t>
            </a:r>
            <a:r>
              <a:rPr lang="pt-BR" sz="1200" i="1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, como no site S11D.</a:t>
            </a:r>
            <a:endParaRPr lang="pt-BR" sz="1200" noProof="0" dirty="0"/>
          </a:p>
        </p:txBody>
      </p:sp>
      <p:sp>
        <p:nvSpPr>
          <p:cNvPr id="12" name="Shape 9"/>
          <p:cNvSpPr/>
          <p:nvPr/>
        </p:nvSpPr>
        <p:spPr>
          <a:xfrm>
            <a:off x="3218688" y="1051560"/>
            <a:ext cx="2651760" cy="23774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 txBox="1"/>
          <p:nvPr/>
        </p:nvSpPr>
        <p:spPr>
          <a:xfrm>
            <a:off x="3355848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Service</a:t>
            </a:r>
            <a:endParaRPr lang="pt-BR" sz="1300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3355848" y="1508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A Sotreq possui controle apenas nas manutenções da frota, enquanto os indicadores ficam sob reponsabilidade do cliente.</a:t>
            </a:r>
            <a:endParaRPr lang="pt-BR" sz="1200" noProof="0" dirty="0"/>
          </a:p>
        </p:txBody>
      </p:sp>
      <p:sp>
        <p:nvSpPr>
          <p:cNvPr id="15" name="Shape 12"/>
          <p:cNvSpPr/>
          <p:nvPr/>
        </p:nvSpPr>
        <p:spPr>
          <a:xfrm>
            <a:off x="6025896" y="1051560"/>
            <a:ext cx="2651760" cy="23774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 txBox="1"/>
          <p:nvPr/>
        </p:nvSpPr>
        <p:spPr>
          <a:xfrm>
            <a:off x="6163056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Rentável</a:t>
            </a:r>
            <a:endParaRPr lang="pt-BR" sz="1300" noProof="0" dirty="0"/>
          </a:p>
        </p:txBody>
      </p:sp>
      <p:sp>
        <p:nvSpPr>
          <p:cNvPr id="17" name="Text 14"/>
          <p:cNvSpPr txBox="1"/>
          <p:nvPr/>
        </p:nvSpPr>
        <p:spPr>
          <a:xfrm>
            <a:off x="6163056" y="1508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Modalidade onde é fornecido somente a mão de obra especializada, ficando na responsabilidade do cliente o gerenciamento das manutenções e seus resultados.</a:t>
            </a:r>
            <a:endParaRPr lang="pt-BR" sz="1200" noProof="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3962396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a Sotreq se faz presente nesses processos mencionados do cliente, mais crítica será a gestão dessas informações, maior será o monitoramento da vida útil desse ativos e melhor será o planejamento das reformas. </a:t>
            </a:r>
            <a:endParaRPr lang="pt-BR" sz="1200" noProof="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4A1193C-7DD6-E4F4-7901-335DD0024920}"/>
              </a:ext>
            </a:extLst>
          </p:cNvPr>
          <p:cNvSpPr txBox="1"/>
          <p:nvPr/>
        </p:nvSpPr>
        <p:spPr>
          <a:xfrm>
            <a:off x="411480" y="3651765"/>
            <a:ext cx="3514134" cy="2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 e monitoramento da vida útil</a:t>
            </a:r>
            <a:endParaRPr lang="pt-BR" sz="1200" b="1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pt-BR" sz="18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 E POR QUAL CANAL</a:t>
            </a:r>
            <a:endParaRPr lang="pt-BR" sz="2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b="1" noProof="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pt-BR" sz="1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00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pt-BR" sz="8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885535"/>
              </p:ext>
            </p:extLst>
          </p:nvPr>
        </p:nvGraphicFramePr>
        <p:xfrm>
          <a:off x="411480" y="1033272"/>
          <a:ext cx="8321040" cy="2406345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Responsabilidade principal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Analista de GFC / Engenharia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Solicitar o histórico de trocas até o dia 15 de cada mês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E-mail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Consultor de Performance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Fornecer o histórico consolidado das trocas físicas em campo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E-mail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CSP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Movimentar o estoque sistêmico, como saldo de componentes 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Teams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Planejamento Central / CAT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Processar a demanda do Forecast Comercial e emitir as previsões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i="1" noProof="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E-mail</a:t>
                      </a:r>
                      <a:endParaRPr lang="pt-BR" sz="105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11480" y="3966837"/>
            <a:ext cx="8321040" cy="613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Salobo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baseia em dois Consultores de Performance e três CSPs, por este motivo a cobrança deve ser feita de forma segmentada por frota e pessoa. No site unificado isso muda, a exemplo de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Onça Puma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1 CP e um CSP, onde deve ser feita a cobrança concentrada em uma única pessoa.</a:t>
            </a:r>
            <a:endParaRPr lang="pt-BR" sz="1200" noProof="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F2C5F38-0AF3-73A6-FFEE-D808DAC0B7A1}"/>
              </a:ext>
            </a:extLst>
          </p:cNvPr>
          <p:cNvSpPr txBox="1"/>
          <p:nvPr/>
        </p:nvSpPr>
        <p:spPr>
          <a:xfrm>
            <a:off x="411480" y="3665817"/>
            <a:ext cx="38662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 i="1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Estrutura dos sites e cobrança de informações</a:t>
            </a:r>
            <a:endParaRPr lang="pt-BR" sz="1200" b="1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PLATAFORMA: ESTADOS E CONCEITOS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12371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do equipamento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6144"/>
            <a:ext cx="3749040" cy="302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Configuração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quando o equipamento é cadastrado mas ainda não está configurado. O estado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prevê que o equipamento está operando e estimando o 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horímetro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 plataforma,. Em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Manutenção Planejada / por Falha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equipamento está aguardando entrar em manutenção. Já no estado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Manutenção Planejada / Por Falha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diz respeito ao equipamento que já está no processo de manutenção.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Hibernado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trata da máquina parada sem operar, e em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Descartado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são os ativos que estão fora de operação definitivamente. </a:t>
            </a:r>
          </a:p>
          <a:p>
            <a:pPr algn="just"/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ação de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componente é possível em qualquer estado, enquanto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componente só pode ser feito com a máquina no estado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Configuração 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Manutenção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12" name="Shape 9"/>
          <p:cNvSpPr/>
          <p:nvPr/>
        </p:nvSpPr>
        <p:spPr>
          <a:xfrm>
            <a:off x="4709160" y="102003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4846320" y="112975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do componente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47723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A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Vida Atual 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do componente significa quantas vezes ele passou por reforma geral (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ex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: 2ª vida), a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vida útil estimada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 são as horas previstas até a reforma (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ex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: 28000h),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% de vida útil 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são as horas do componente dividido pela vida útil estimada (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ex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: 162,4 %),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TTSN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 são as horas totais desde novo (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ex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: 19948h),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TSO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 se trata de horas desde a última reforma geral (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ex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: 5400h), </a:t>
            </a:r>
            <a:r>
              <a:rPr lang="pt-BR" sz="1200" b="1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TSI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 corresponde às horas trabalhadas no equipamento atual (</a:t>
            </a:r>
            <a:r>
              <a:rPr lang="pt-BR" sz="1200" i="1" noProof="0" dirty="0" err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ex</a:t>
            </a:r>
            <a:r>
              <a:rPr lang="pt-BR" sz="1200" i="1" noProof="0" dirty="0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: 300h).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APRENDIZADOS DA FASE</a:t>
            </a:r>
            <a:endParaRPr lang="pt-B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pt-BR" sz="16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21879"/>
            <a:ext cx="7315200" cy="65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pt-BR" sz="1400" b="1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o GFC existe</a:t>
            </a:r>
            <a:endParaRPr lang="pt-BR" sz="1400" i="1" noProof="0" dirty="0">
              <a:solidFill>
                <a:srgbClr val="BFB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just">
              <a:buNone/>
            </a:pPr>
            <a:r>
              <a:rPr lang="pt-BR" sz="1400" i="1" noProof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importância da parceria entre CSP e Engenharia esclareceu a relevância da análise técnica e papel da Engenharia no resultado mais viável para o cliente, trazendo maior foco na entrega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36272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62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pt-BR" sz="16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287630"/>
            <a:ext cx="7315200" cy="7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pt-BR" sz="1400" b="1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</a:t>
            </a:r>
            <a:r>
              <a:rPr lang="pt-BR" sz="1400" b="1" i="1" dirty="0" err="1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SotreqLink</a:t>
            </a:r>
            <a:r>
              <a:rPr lang="pt-BR" sz="1400" b="1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modo leitura</a:t>
            </a:r>
            <a:endParaRPr lang="pt-BR" sz="1400" i="1" noProof="0" dirty="0">
              <a:solidFill>
                <a:srgbClr val="BFB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just">
              <a:buNone/>
            </a:pPr>
            <a:r>
              <a:rPr lang="pt-BR" sz="1400" i="1" noProof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compreensão da Linguagem do Componente, entendendo a maneira de ler e como ele </a:t>
            </a:r>
            <a:r>
              <a:rPr lang="pt-BR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pt-BR" sz="1400" i="1" noProof="0" dirty="0" err="1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stima</a:t>
            </a:r>
            <a:r>
              <a:rPr lang="pt-BR" sz="1400" i="1" noProof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horas, facilitando a interpretação na rotina diária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548640" y="334018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40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pt-BR" sz="16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184468"/>
            <a:ext cx="7315200" cy="94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pt-BR" sz="1400" b="1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Papéis, sites e canais de comunicação</a:t>
            </a:r>
            <a:endParaRPr lang="pt-BR" sz="1400" i="1" noProof="0" dirty="0">
              <a:solidFill>
                <a:srgbClr val="BFB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just">
              <a:buNone/>
            </a:pPr>
            <a:r>
              <a:rPr lang="pt-BR" sz="1400" i="1" noProof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Entendimento dos canais utilizados para troca de informações das frentes e </a:t>
            </a:r>
            <a:r>
              <a:rPr lang="pt-BR" sz="1400" i="1" noProof="0" dirty="0" err="1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</a:t>
            </a:r>
            <a:r>
              <a:rPr lang="pt-BR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</a:t>
            </a:r>
            <a:r>
              <a:rPr lang="pt-BR" sz="1400" i="1" noProof="0" dirty="0" err="1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veis</a:t>
            </a:r>
            <a:r>
              <a:rPr lang="pt-BR" sz="1400" i="1" noProof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pelos seus respectivos processos, importante para direcionar a quem e o canal por onde se dirigir</a:t>
            </a:r>
            <a:endParaRPr lang="pt-BR" sz="1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23050"/>
            <a:ext cx="8046720" cy="238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i="1" noProof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Teorias e consequências dos processos do GFC</a:t>
            </a:r>
            <a:endParaRPr lang="pt-BR" sz="1300" b="1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03000"/>
            <a:ext cx="7315200" cy="32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pt-BR" sz="1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9cd0976-a8f6-490a-b5f8-7a765745cb75}" enabled="0" method="" siteId="{c9cd0976-a8f6-490a-b5f8-7a765745cb7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10848</TotalTime>
  <Words>1045</Words>
  <Application>Microsoft Office PowerPoint</Application>
  <PresentationFormat>Apresentação na tela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GFC e o meu papel</dc:title>
  <dc:subject>PptxGenJS Presentation</dc:subject>
  <dc:creator>PptxGenJS</dc:creator>
  <cp:lastModifiedBy>Julia Evelyn</cp:lastModifiedBy>
  <cp:revision>2</cp:revision>
  <dcterms:created xsi:type="dcterms:W3CDTF">2026-10-01T18:57:12Z</dcterms:created>
  <dcterms:modified xsi:type="dcterms:W3CDTF">2026-10-29T14:29:45Z</dcterms:modified>
</cp:coreProperties>
</file>