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Preencha título, código (IT-GFC-M + número do módulo), revisão, seu nome e 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em 1 minuto para que serve o processo e onde ele se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quem faz cada parte e por qual canal. Lembre: solicitações formais por e-mail, tratativas ágeis por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só os termos que aparecem nesta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a apresentação do processo por aqui: é a visão geral. Depois detalhe no passo 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passos com prints do GFC. Diga a regra que vale em cada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passos com prints do GFC. Diga a regra que vale em cada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o que mais dá errado e como evitar. Lembre: datas divergentes causam grande impacto no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a etapa ao resto do GFC: indicadores, RMC, forecast, plano de troca e outras áreas.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o que você aprendeu e abra para perguntas. A instrutora avalia domínio e visão de impacto nesta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TÉCNICA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Frotas e Componentes · Engenharia de Mineração Norte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[Título do processo — ex.: Atualização e importação de horímetros]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Elaborado por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[seu nome]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__/__/____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ESTE MODELO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Apague este slide antes de apresentar.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8132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para alguém executar só lendo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uma pessoa nova abrir esta IT, ela consegue fazer o processo sozinha?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3969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Substitua todos os textos em cinza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textos entre colchetes e em itálico são orientações.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9806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prints do GFC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prints de tela nos slides de passo a passo. Cubra dados sensíveis.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5643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Apresente sem 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notas do apresentador. A apresentação deve durar de 10 a 15 minutos.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1480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será avaliado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técnico 35% · Estrutura e clareza 20% · Domínio na apresentação 30% · Visão de impacto 15%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APLICAÇÃO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[Para que serve este processo e qual problema ele evita? 2 a 3 linhas.]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 quais sites, frotas e situações se aplica. Cite exceções: sites com estrutura diferente, modalidades MARC / Full Service / Rentável.]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RESPONSÁVEIS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Responsabilidade neste processo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Analista GFC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 que faz]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[e-mail / Teams / GFC]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 que faz]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[canal]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Consultor de Performance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 que faz]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[canal]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Planejamento Central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 que faz, se aplicável]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[canal]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[outra função]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 que faz]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[canal]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DEFINIÇÕES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[ex.: ROM]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[definição com suas palavras]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[termo]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[definição]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[termo]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[definição]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[termo]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[definição]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[termo]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[definição]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[termo]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[definição]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MENTAL DO PROCESSO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28800" y="1394460"/>
            <a:ext cx="2743200" cy="139446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303020"/>
            <a:ext cx="9144" cy="14859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4572000" y="1394460"/>
            <a:ext cx="2743200" cy="139446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1325880" y="2788920"/>
            <a:ext cx="3246120" cy="685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788920"/>
            <a:ext cx="3246120" cy="685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1828800" y="2788920"/>
            <a:ext cx="2743200" cy="14859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788920"/>
            <a:ext cx="9144" cy="15773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788920"/>
            <a:ext cx="2743200" cy="14859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29000" y="23317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2900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do processo]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14400" y="10515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7552" y="110642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[dados e documentos que disparam o processo]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0" y="960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730752" y="101498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RESPONSÁVEIS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[quem faz o quê]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0" y="10515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73952" y="110642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DO GFC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[menus e campos usados]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1480" y="25146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" y="256946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PASSOS-CHAVE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 a 6 etapas, em ordem]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903720" y="25146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76872" y="256946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entrega e para quem]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4400" y="39319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7552" y="398678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ERROS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dá errado e por quê]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657600" y="40233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730752" y="407822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[quais são afetados]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00800" y="39319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73952" y="3986784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[etapa anterior, próxima e outras áreas]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(1/2)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463040"/>
                <a:gridCol w="1463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 / campo no GFC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 ou observação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1097280"/>
            <a:ext cx="297180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594360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[Cole aqui o print da tela do GFC deste trecho]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(2/2)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463040"/>
                <a:gridCol w="1463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 / campo no GFC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 ou observação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[regra, prazo ou exceção]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1097280"/>
            <a:ext cx="297180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594360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[Cole aqui o print da tela do GFC deste trecho]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DE ATENÇÃO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2651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ou erro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Consequência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evitar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comum]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 que acontece no sistema e no processo]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[conferência ou regra]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[exceção à regra]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tratar]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de data / estado]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evitar]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[outro]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evitar]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NO PROCESSO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029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 / área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esta etapa afeta (se feita errada ou fora do prazo)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e Horímetro (35 pts)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[impacto ou "não se aplica"]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 de Equipamentos (20 pts)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[impacto]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Útil de Componentes (15 pts)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[impacto]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Atualização / Aderência do Forecast (15 + 15)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[impacto]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RMC e plano de troca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[impacto]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Outras áreas (CSP, Central Planning, CAT)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[impacto]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E REVISÕES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IT-GFC-M__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Instrução Técnica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0020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[Manual de Atualizações GFC (páginas), Estratégia de Atuação (seção), prints, e-mails modelo.]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revisões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9728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Emissão inicial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fazer o processo]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fazer o processo]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fazer o processo]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Instrução Técnica GFC</dc:title>
  <dc:subject>PptxGenJS Presentation</dc:subject>
  <dc:creator>PptxGenJS</dc:creator>
  <cp:lastModifiedBy>PptxGenJS</cp:lastModifiedBy>
  <cp:revision>1</cp:revision>
  <dcterms:created xsi:type="dcterms:W3CDTF">2026-10-01T12:56:16Z</dcterms:created>
  <dcterms:modified xsi:type="dcterms:W3CDTF">2026-10-01T12:56:16Z</dcterms:modified>
</cp:coreProperties>
</file>