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Capa. Preencha seu nome, o nome da instrutora e a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Comece pela visão geral. Mostre por que a ordem importa.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Processo do módulo M05. Um slide por processo: o que é, quando, entrada e saída, e a consequência do erro.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Processo do módulo M06. Um slide por processo: o que é, quando, entrada e saída, e a consequência do erro.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Processo do módulo M07. Um slide por processo: o que é, quando, entrada e saída, e a consequência do erro.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Processo do módulo M08. Um slide por processo: o que é, quando, entrada e saída, e a consequência do erro.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Processo do módulo M09. Um slide por processo: o que é, quando, entrada e saída, e a consequência do erro.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Processo do módulo M10. Um slide por processo: o que é, quando, entrada e saída, e a consequência do erro.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Processo do módulo M11. Um slide por processo: o que é, quando, entrada e saída, e a consequência do erro.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as conexões entre os processos.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10312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LINHA DO TEMPO DOS PROCESSOS DO GFC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23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processo, na ordem em que acontece, e a consequência de cada um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66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Estagiário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840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[seu nome]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3566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Instrutora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3840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[nome]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3566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3840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__/__/____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USAR ESTE MODELO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Apague este slide antes de apresentar.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84048" cy="384048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389888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Substitua os textos em cinza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textos entre colchetes são orientações. Apague-os.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075688"/>
            <a:ext cx="384048" cy="384048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048256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Explique com suas palavras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copie o material do site: mostre que entendeu.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734056"/>
            <a:ext cx="384048" cy="384048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734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706624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exemplos reais do site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Casos, números e prints (cubra dados sensíveis).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392424"/>
            <a:ext cx="384048" cy="384048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392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364992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Apresente sem ler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a 20 minutos. Use as notas do apresentador.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050792"/>
            <a:ext cx="384048" cy="384048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023360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você será avaliado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Conteúdo técnico 35% · Estrutura e clareza 20% · Domínio na apresentação 30% · Visão de impacto 15%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645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LINHA DO TEMPO COMPLETA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498080" y="2560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Sotreq · GFC — Trilha de aprendizagem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11480" y="1005840"/>
            <a:ext cx="2011680" cy="640080"/>
          </a:xfrm>
          <a:prstGeom prst="chevron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04088" y="100584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Cadastro do equipamento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16824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[quando · quem]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514600" y="1005840"/>
            <a:ext cx="2011680" cy="640080"/>
          </a:xfrm>
          <a:prstGeom prst="chevron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807208" y="100584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Cadastro dos componentes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697480" y="16824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[quando · quem]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617720" y="1005840"/>
            <a:ext cx="2011680" cy="640080"/>
          </a:xfrm>
          <a:prstGeom prst="chevron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910328" y="100584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Estados e horímetros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4800600" y="16824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[quando · quem]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720840" y="1005840"/>
            <a:ext cx="2011680" cy="640080"/>
          </a:xfrm>
          <a:prstGeom prst="chevron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013448" y="100584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Trocas e reforma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6903720" y="16824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[quando · quem]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11480" y="2103120"/>
            <a:ext cx="2011680" cy="640080"/>
          </a:xfrm>
          <a:prstGeom prst="chevron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04088" y="210312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Forecast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594360" y="27797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[quando · quem]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514600" y="2103120"/>
            <a:ext cx="2011680" cy="640080"/>
          </a:xfrm>
          <a:prstGeom prst="chevron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07208" y="210312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Vida útil e 135%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697480" y="27797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[quando · quem]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617720" y="2103120"/>
            <a:ext cx="2011680" cy="640080"/>
          </a:xfrm>
          <a:prstGeom prst="chevron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910328" y="210312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ROM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4800600" y="27797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[quando · quem]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6720840" y="2103120"/>
            <a:ext cx="2011680" cy="640080"/>
          </a:xfrm>
          <a:prstGeom prst="chevron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013448" y="210312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Indicadores e RMC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6903720" y="27797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[quando · quem]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411480" y="3246120"/>
            <a:ext cx="8321040" cy="137160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48640" y="33558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nesta ordem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548640" y="37033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[Explique a dependência entre as etapas. Ex.: por que o ROM só é calibrado depois de trocas e horímetros? Por que a troca precisa estar conciliada antes do forecast?]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645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CADASTRO DE EQUIPAMENTOS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498080" y="2560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Sotreq · GFC — Trilha de aprendizagem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11480" y="1051560"/>
            <a:ext cx="4023360" cy="169164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11612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50876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[Defina o processo com suas palavras.]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09160" y="1051560"/>
            <a:ext cx="4023360" cy="169164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46320" y="11612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acontece e quem faz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846320" y="150876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[Momento na linha do tempo, prazo, responsáveis e canal.]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11480" y="2926080"/>
            <a:ext cx="4023360" cy="169164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30358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 → Saída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338328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[Qual informação entra, de onde vem, e o que sai para a próxima etapa.]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709160" y="2926080"/>
            <a:ext cx="4023360" cy="1691640"/>
          </a:xfrm>
          <a:prstGeom prst="rect">
            <a:avLst/>
          </a:prstGeom>
          <a:solidFill>
            <a:srgbClr val="FFF4D1"/>
          </a:solidFill>
          <a:ln w="12700">
            <a:solidFill>
              <a:srgbClr val="FFF4D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846320" y="30358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Consequência se for feito errado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846320" y="338328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[Indicadores, RMC, forecast, outras áreas. Dê um exemplo real.]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645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CADASTRO DE COMPONENTES E RASTREABILIDADE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498080" y="2560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Sotreq · GFC — Trilha de aprendizagem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11480" y="1051560"/>
            <a:ext cx="4023360" cy="169164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11612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50876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[Defina o processo com suas palavras.]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09160" y="1051560"/>
            <a:ext cx="4023360" cy="169164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46320" y="11612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acontece e quem faz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846320" y="150876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[Momento na linha do tempo, prazo, responsáveis e canal.]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11480" y="2926080"/>
            <a:ext cx="4023360" cy="169164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30358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 → Saída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338328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[Qual informação entra, de onde vem, e o que sai para a próxima etapa.]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709160" y="2926080"/>
            <a:ext cx="4023360" cy="1691640"/>
          </a:xfrm>
          <a:prstGeom prst="rect">
            <a:avLst/>
          </a:prstGeom>
          <a:solidFill>
            <a:srgbClr val="FFF4D1"/>
          </a:solidFill>
          <a:ln w="12700">
            <a:solidFill>
              <a:srgbClr val="FFF4D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846320" y="30358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Consequência se for feito errado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846320" y="338328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[Indicadores, RMC, forecast, outras áreas. Dê um exemplo real.]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645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ESTADOS E HORÍMETROS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498080" y="2560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Sotreq · GFC — Trilha de aprendizagem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11480" y="1051560"/>
            <a:ext cx="4023360" cy="169164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11612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50876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[Defina o processo com suas palavras.]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09160" y="1051560"/>
            <a:ext cx="4023360" cy="169164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46320" y="11612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acontece e quem faz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846320" y="150876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[Momento na linha do tempo, prazo, responsáveis e canal.]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11480" y="2926080"/>
            <a:ext cx="4023360" cy="169164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30358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 → Saída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338328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[Qual informação entra, de onde vem, e o que sai para a próxima etapa.]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709160" y="2926080"/>
            <a:ext cx="4023360" cy="1691640"/>
          </a:xfrm>
          <a:prstGeom prst="rect">
            <a:avLst/>
          </a:prstGeom>
          <a:solidFill>
            <a:srgbClr val="FFF4D1"/>
          </a:solidFill>
          <a:ln w="12700">
            <a:solidFill>
              <a:srgbClr val="FFF4D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846320" y="30358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Consequência se for feito errado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846320" y="338328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[Indicadores, RMC, forecast, outras áreas. Dê um exemplo real.]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645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TROCAS E CICLO DE REFORMA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498080" y="2560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Sotreq · GFC — Trilha de aprendizagem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11480" y="1051560"/>
            <a:ext cx="4023360" cy="169164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11612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50876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[Defina o processo com suas palavras.]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09160" y="1051560"/>
            <a:ext cx="4023360" cy="169164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46320" y="11612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acontece e quem faz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846320" y="150876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[Momento na linha do tempo, prazo, responsáveis e canal.]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11480" y="2926080"/>
            <a:ext cx="4023360" cy="169164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30358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 → Saída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338328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[Qual informação entra, de onde vem, e o que sai para a próxima etapa.]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709160" y="2926080"/>
            <a:ext cx="4023360" cy="1691640"/>
          </a:xfrm>
          <a:prstGeom prst="rect">
            <a:avLst/>
          </a:prstGeom>
          <a:solidFill>
            <a:srgbClr val="FFF4D1"/>
          </a:solidFill>
          <a:ln w="12700">
            <a:solidFill>
              <a:srgbClr val="FFF4D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846320" y="30358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Consequência se for feito errado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846320" y="338328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[Indicadores, RMC, forecast, outras áreas. Dê um exemplo real.]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645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DE REFORMA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498080" y="2560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Sotreq · GFC — Trilha de aprendizagem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11480" y="1051560"/>
            <a:ext cx="4023360" cy="169164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11612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50876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[Defina o processo com suas palavras.]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09160" y="1051560"/>
            <a:ext cx="4023360" cy="169164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46320" y="11612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acontece e quem faz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846320" y="150876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[Momento na linha do tempo, prazo, responsáveis e canal.]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11480" y="2926080"/>
            <a:ext cx="4023360" cy="169164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30358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 → Saída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338328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[Qual informação entra, de onde vem, e o que sai para a próxima etapa.]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709160" y="2926080"/>
            <a:ext cx="4023360" cy="1691640"/>
          </a:xfrm>
          <a:prstGeom prst="rect">
            <a:avLst/>
          </a:prstGeom>
          <a:solidFill>
            <a:srgbClr val="FFF4D1"/>
          </a:solidFill>
          <a:ln w="12700">
            <a:solidFill>
              <a:srgbClr val="FFF4D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846320" y="30358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Consequência se for feito errado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846320" y="338328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[Indicadores, RMC, forecast, outras áreas. Dê um exemplo real.]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645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VIDA ÚTIL E 135%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498080" y="2560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Sotreq · GFC — Trilha de aprendizagem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11480" y="1051560"/>
            <a:ext cx="4023360" cy="169164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11612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50876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[Defina o processo com suas palavras.]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09160" y="1051560"/>
            <a:ext cx="4023360" cy="169164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46320" y="11612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acontece e quem faz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846320" y="150876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[Momento na linha do tempo, prazo, responsáveis e canal.]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11480" y="2926080"/>
            <a:ext cx="4023360" cy="169164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30358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 → Saída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338328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[Qual informação entra, de onde vem, e o que sai para a próxima etapa.]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709160" y="2926080"/>
            <a:ext cx="4023360" cy="1691640"/>
          </a:xfrm>
          <a:prstGeom prst="rect">
            <a:avLst/>
          </a:prstGeom>
          <a:solidFill>
            <a:srgbClr val="FFF4D1"/>
          </a:solidFill>
          <a:ln w="12700">
            <a:solidFill>
              <a:srgbClr val="FFF4D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846320" y="30358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Consequência se for feito errado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846320" y="338328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[Indicadores, RMC, forecast, outras áreas. Dê um exemplo real.]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645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498080" y="2560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Sotreq · GFC — Trilha de aprendizagem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11480" y="1051560"/>
            <a:ext cx="4023360" cy="169164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11612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50876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[Defina o processo com suas palavras.]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09160" y="1051560"/>
            <a:ext cx="4023360" cy="169164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46320" y="11612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acontece e quem faz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846320" y="150876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[Momento na linha do tempo, prazo, responsáveis e canal.]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11480" y="2926080"/>
            <a:ext cx="4023360" cy="169164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30358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 → Saída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338328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[Qual informação entra, de onde vem, e o que sai para a próxima etapa.]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709160" y="2926080"/>
            <a:ext cx="4023360" cy="1691640"/>
          </a:xfrm>
          <a:prstGeom prst="rect">
            <a:avLst/>
          </a:prstGeom>
          <a:solidFill>
            <a:srgbClr val="FFF4D1"/>
          </a:solidFill>
          <a:ln w="12700">
            <a:solidFill>
              <a:srgbClr val="FFF4D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846320" y="30358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Consequência se for feito errado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846320" y="338328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[Indicadores, RMC, forecast, outras áreas. Dê um exemplo real.]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182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645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MENTAL GERAL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498080" y="2560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Sotreq · GFC — Trilha de aprendizagem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828800" y="1325880"/>
            <a:ext cx="2743200" cy="146304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0" y="1280160"/>
            <a:ext cx="9144" cy="150876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flipH="1">
            <a:off x="4572000" y="1325880"/>
            <a:ext cx="2743200" cy="146304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flipH="1">
            <a:off x="1325880" y="2788920"/>
            <a:ext cx="3246120" cy="4572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0" y="2788920"/>
            <a:ext cx="3246120" cy="4572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flipH="1">
            <a:off x="1828800" y="2788920"/>
            <a:ext cx="2743200" cy="146304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0" y="2788920"/>
            <a:ext cx="9144" cy="155448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0" y="2788920"/>
            <a:ext cx="2743200" cy="146304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566160" y="2377440"/>
            <a:ext cx="2011680" cy="822960"/>
          </a:xfrm>
          <a:prstGeom prst="roundRect">
            <a:avLst>
              <a:gd name="adj" fmla="val 13333"/>
            </a:avLst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566160" y="23774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GFC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914400" y="100584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69264" y="105156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Cadastro equip.</a:t>
            </a:r>
            <a:endParaRPr lang="en-US" sz="10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[palavra-chave]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657600" y="96012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712464" y="100584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Cadastro comp.</a:t>
            </a:r>
            <a:endParaRPr lang="en-US" sz="10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[palavra-chave]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400800" y="100584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55664" y="105156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Estados e horas</a:t>
            </a:r>
            <a:endParaRPr lang="en-US" sz="10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[palavra-chave]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11480" y="251460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66344" y="256032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Trocas e reforma</a:t>
            </a:r>
            <a:endParaRPr lang="en-US" sz="10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[palavra-chave]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903720" y="251460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958584" y="256032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</a:t>
            </a:r>
            <a:endParaRPr lang="en-US" sz="10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[palavra-chave]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914400" y="393192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69264" y="397764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Vida útil e 135%</a:t>
            </a:r>
            <a:endParaRPr lang="en-US" sz="10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[palavra-chave]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3657600" y="402336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712464" y="406908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</a:t>
            </a:r>
            <a:endParaRPr lang="en-US" sz="10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[palavra-chave]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400800" y="393192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455664" y="397764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e RMC</a:t>
            </a:r>
            <a:endParaRPr lang="en-US" sz="10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[palavra-chave]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3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DB9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PRINCIPAIS APRENDIZADOS DA FASE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33502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 que você aprendeu e que muda a forma de trabalhar]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24942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 que você aprendeu e que muda a forma de trabalhar]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457200" cy="457200"/>
          </a:xfrm>
          <a:prstGeom prst="ellipse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16382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 que você aprendeu e que muda a forma de trabalhar]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 passo: [o que você vai aprofundar na próxima fase]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4348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Dúvidas?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linha do tempo dos processos do GFC</dc:title>
  <dc:subject>PptxGenJS Presentation</dc:subject>
  <dc:creator>PptxGenJS</dc:creator>
  <cp:lastModifiedBy>PptxGenJS</cp:lastModifiedBy>
  <cp:revision>1</cp:revision>
  <dcterms:created xsi:type="dcterms:W3CDTF">2026-10-01T18:57:12Z</dcterms:created>
  <dcterms:modified xsi:type="dcterms:W3CDTF">2026-10-01T18:57:12Z</dcterms:modified>
</cp:coreProperties>
</file>