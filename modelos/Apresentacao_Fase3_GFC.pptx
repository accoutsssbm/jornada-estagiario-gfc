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seu nome, o nome da instrutora e 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M12. Mostre os passos com prints do GFC.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comuns, exceções e o que conferir antes de salvar.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M13. Mostre os passos com prints do GFC.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comuns, exceções e o que conferir antes de salvar.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M14. Mostre os passos com prints do GFC.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comuns, exceções e o que conferir antes de salvar.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M15. Mostre os passos com prints do GFC.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comuns, exceções e o que conferir antes de salvar.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TÉCNICA DOS PROCESSOS DO GFC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executar cada processo no GFC, passo a passo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__/__/____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este slide antes de apresentar.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Substitua os textos em cinza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entre colchetes são orientações. Apague-os.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4825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com suas palavras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copie o material do site: mostre que entendeu.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066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exemplos reais do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Casos, números e prints (cubra dados sensíveis).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sem 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 20 minutos. Use as notas do apresentador.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será avaliado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técnico 35% · Estrutura e clareza 20% · Domínio na apresentação 30% · Visão de impacto 15%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(EQUIPAMENTO E COMPONENTES) · PASSO A PASSO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51560"/>
            <a:ext cx="2971800" cy="361188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(EQUIPAMENTO E COMPONENTES) · PONTOS DE ATENÇÃO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ou erro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Consequência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evitar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comum]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[conferência]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[exceção à regra]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tratar]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de data/estado]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HORÍMETROS · PASSO A PASSO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51560"/>
            <a:ext cx="2971800" cy="361188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HORÍMETROS · PONTOS DE ATENÇÃO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ou erro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Consequência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evitar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comum]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[conferência]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[exceção à regra]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tratar]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de data/estado]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 REGISTRO DE REFORMA · PASSO A PASSO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51560"/>
            <a:ext cx="2971800" cy="361188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 REGISTRO DE REFORMA · PONTOS DE ATENÇÃO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ou erro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Consequência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evitar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comum]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[conferência]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[exceção à regra]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tratar]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de data/estado]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VIDA ÚTIL E ROM · PASSO A PASSO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/ campo no GFC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[menu &gt; tela &gt; campo]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[regra ou exceção]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1051560"/>
            <a:ext cx="2971800" cy="3611880"/>
          </a:xfrm>
          <a:prstGeom prst="rect">
            <a:avLst/>
          </a:prstGeom>
          <a:solidFill>
            <a:srgbClr val="F4F4F2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59436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[Cole aqui o print da tela do GFC]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VIDA ÚTIL E ROM · PONTOS DE ATENÇÃO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6517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ou erro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Consequência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evitar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comum]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[conferência]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[exceção à regra]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tratar]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[erro de data/estado]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[consequência]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[como evitar]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 DA FASE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350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94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638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[o que você vai aprofundar na próxima fase]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Instrução Técnica dos processos do GFC</dc:title>
  <dc:subject>PptxGenJS Presentation</dc:subject>
  <dc:creator>PptxGenJS</dc:creator>
  <cp:lastModifiedBy>PptxGenJS</cp:lastModifiedBy>
  <cp:revision>1</cp:revision>
  <dcterms:created xsi:type="dcterms:W3CDTF">2026-10-01T18:57:12Z</dcterms:created>
  <dcterms:modified xsi:type="dcterms:W3CDTF">2026-10-01T18:57:12Z</dcterms:modified>
</cp:coreProperties>
</file>