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Preencha seu nome, o nome da instrutora e a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cada indicador e o processo que o alimenta.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Escolha um site e explique a pontuação do mês.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um RMC real (sem dados sensíveis).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importância, sem detalhar a ferramenta.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seu calendário de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próximo passo depois da imersão.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0312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DO GFC E MEU PLANO DE AUTONOMIA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Indicadores, RMC, plano de troca e o meu ciclo mensal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Estagiário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[seu nome]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Instrutora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__/__/____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 ESTE MODELO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Apague este slide antes de apresentar.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89888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Substitua os textos em cinza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textos entre colchetes são orientações. Apague-os.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48256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 com suas palavras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copie o material do site: mostre que entendeu.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34056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706624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exemplos reais do site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Casos, números e prints (cubra dados sensíveis).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364992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Apresente sem ler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 20 minutos. Use as notas do apresentador.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02336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você será avaliado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técnico 35% · Estrutura e clareza 20% · Domínio na apresentação 30% · Visão de impacto 15%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5 INDICADORES DE NÃO CONFORMIDADE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8321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2926080"/>
                <a:gridCol w="2194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mede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DB9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Processo de origem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 e Horímetro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[...]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[...]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ROM de Equipamentos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[...]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[...]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Vida Útil de Componentes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[...]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[...]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Atualização do Forecast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[...]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[...]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Aderência do Forecast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[...]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C8C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[...]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DE UM SITE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1480" y="1051560"/>
            <a:ext cx="2560320" cy="3566160"/>
          </a:xfrm>
          <a:prstGeom prst="rect">
            <a:avLst/>
          </a:prstGeom>
          <a:solidFill>
            <a:srgbClr val="FFF4D1"/>
          </a:solidFill>
          <a:ln w="12700">
            <a:solidFill>
              <a:srgbClr val="FFF4D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1612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Pontuação do mês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2286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[nota de 0 a 100 e variação em relação ao mês anterior]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1051560"/>
            <a:ext cx="2743200" cy="3566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91840" y="11612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perdeu pontos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291840" y="1508760"/>
            <a:ext cx="2468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[indicadores e equipamentos com X]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80760" y="1051560"/>
            <a:ext cx="2651760" cy="3566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1161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 e ação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150876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[processo de origem, responsável e prazo]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RMC: LEITURA E PRIORIDADES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1480" y="1051560"/>
            <a:ext cx="1554480" cy="1280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1612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[nº]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084832" y="1051560"/>
            <a:ext cx="1554480" cy="1280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21992" y="11612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Hibernados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221992" y="1508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[nº]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758184" y="1051560"/>
            <a:ext cx="1554480" cy="1280160"/>
          </a:xfrm>
          <a:prstGeom prst="rect">
            <a:avLst/>
          </a:prstGeom>
          <a:solidFill>
            <a:srgbClr val="FFF4D1"/>
          </a:solidFill>
          <a:ln w="12700">
            <a:solidFill>
              <a:srgbClr val="FFF4D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895344" y="11612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Vencidos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895344" y="1508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[nº]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31536" y="1051560"/>
            <a:ext cx="1554480" cy="1280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68696" y="11612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vencer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568696" y="1508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[nº]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104888" y="1051560"/>
            <a:ext cx="1554480" cy="1280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242048" y="11612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do esperado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242048" y="1508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[nº]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11480" y="2514600"/>
            <a:ext cx="8321040" cy="210312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26243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 e ação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297180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[Qual frota priorizar e por quê? Relativize pelo tamanho da frota. Que ações e responsáveis?]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TROCA E WEIBULL: POR QUE EXISTEM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1480" y="1051560"/>
            <a:ext cx="4023360" cy="3566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troca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ele indica mês a mês e por que aponta o estoque mínimo de parque reserva.]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4023360" cy="3566160"/>
          </a:xfrm>
          <a:prstGeom prst="rect">
            <a:avLst/>
          </a:prstGeom>
          <a:solidFill>
            <a:srgbClr val="FFF4D1"/>
          </a:solidFill>
          <a:ln w="12700">
            <a:solidFill>
              <a:srgbClr val="FFF4D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Weibull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[Vida média fixa × curva de risco. Por que os seus lançamentos mensais determinam a qualidade do modelo?]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MEU CICLO MENSAL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1480" y="1097280"/>
            <a:ext cx="1307592" cy="1188720"/>
          </a:xfrm>
          <a:prstGeom prst="rect">
            <a:avLst/>
          </a:prstGeom>
          <a:solidFill>
            <a:srgbClr val="FFF4D1"/>
          </a:solidFill>
          <a:ln w="12700">
            <a:solidFill>
              <a:srgbClr val="D9D9D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" y="1170432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dia 15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84632" y="1508760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84632" y="1874520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eu faço]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810512" y="1097280"/>
            <a:ext cx="1307592" cy="1188720"/>
          </a:xfrm>
          <a:prstGeom prst="rect">
            <a:avLst/>
          </a:prstGeom>
          <a:solidFill>
            <a:srgbClr val="F4F4F2"/>
          </a:solidFill>
          <a:ln w="12700">
            <a:solidFill>
              <a:srgbClr val="D9D9D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883664" y="1170432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semana antes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883664" y="1508760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horímetros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883664" y="1874520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eu faço]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09544" y="1097280"/>
            <a:ext cx="1307592" cy="1188720"/>
          </a:xfrm>
          <a:prstGeom prst="rect">
            <a:avLst/>
          </a:prstGeom>
          <a:solidFill>
            <a:srgbClr val="FFF4D1"/>
          </a:solidFill>
          <a:ln w="12700">
            <a:solidFill>
              <a:srgbClr val="D9D9D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282696" y="1170432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dias antes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282696" y="1508760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Horímetros inseridos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3282696" y="1874520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eu faço]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08576" y="1097280"/>
            <a:ext cx="1307592" cy="1188720"/>
          </a:xfrm>
          <a:prstGeom prst="rect">
            <a:avLst/>
          </a:prstGeom>
          <a:solidFill>
            <a:srgbClr val="F4F4F2"/>
          </a:solidFill>
          <a:ln w="12700">
            <a:solidFill>
              <a:srgbClr val="D9D9D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681728" y="1170432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do fechamento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681728" y="1508760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681728" y="1874520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eu faço]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007608" y="1097280"/>
            <a:ext cx="1307592" cy="1188720"/>
          </a:xfrm>
          <a:prstGeom prst="rect">
            <a:avLst/>
          </a:prstGeom>
          <a:solidFill>
            <a:srgbClr val="FFF4D1"/>
          </a:solidFill>
          <a:ln w="12700">
            <a:solidFill>
              <a:srgbClr val="D9D9D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80760" y="1170432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Após consolidar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080760" y="1508760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135% e ROM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080760" y="1874520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eu faço]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406640" y="1097280"/>
            <a:ext cx="1307592" cy="1188720"/>
          </a:xfrm>
          <a:prstGeom prst="rect">
            <a:avLst/>
          </a:prstGeom>
          <a:solidFill>
            <a:srgbClr val="F4F4F2"/>
          </a:solidFill>
          <a:ln w="12700">
            <a:solidFill>
              <a:srgbClr val="D9D9D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79792" y="1170432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479792" y="1508760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e RMC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479792" y="1874520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eu faço]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11480" y="2514600"/>
            <a:ext cx="8321040" cy="210312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48640" y="26243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aprendi a conferir antes de fechar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297180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[Sua lista pessoal de conferência do fechamento.]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90 DIAS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1480" y="1051560"/>
            <a:ext cx="2651760" cy="3566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161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que vou assumir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[sites]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18688" y="1051560"/>
            <a:ext cx="2651760" cy="3566160"/>
          </a:xfrm>
          <a:prstGeom prst="rect">
            <a:avLst/>
          </a:prstGeom>
          <a:solidFill>
            <a:srgbClr val="FFF4D1"/>
          </a:solidFill>
          <a:ln w="12700">
            <a:solidFill>
              <a:srgbClr val="FFF4D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55848" y="1161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que vou aprofundar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355848" y="150876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[processo e por quê]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25896" y="1051560"/>
            <a:ext cx="2651760" cy="35661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63056" y="1161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vou medir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163056" y="150876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[metas e acompanhamento]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APRENDIZADOS DA FASE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350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você aprendeu e que muda a forma de trabalhar]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2494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você aprendeu e que muda a forma de trabalhar]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1638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você aprendeu e que muda a forma de trabalhar]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passo: [o que você vai aprofundar na próxima fase]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Gestão do GFC e meu plano de autonomia</dc:title>
  <dc:subject>PptxGenJS Presentation</dc:subject>
  <dc:creator>PptxGenJS</dc:creator>
  <cp:lastModifiedBy>PptxGenJS</cp:lastModifiedBy>
  <cp:revision>1</cp:revision>
  <dcterms:created xsi:type="dcterms:W3CDTF">2026-10-01T18:57:13Z</dcterms:created>
  <dcterms:modified xsi:type="dcterms:W3CDTF">2026-10-01T18:57:13Z</dcterms:modified>
</cp:coreProperties>
</file>