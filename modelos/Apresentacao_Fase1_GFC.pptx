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Preencha seu nome, o nome da instrutora e a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problema de negócio e como o GFC responde a 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por que o trem de força e por que estes modelos.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Diferencie com um exemplo de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matriz de responsabilidades.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sabe ler a tela do GFC.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GFC E O MEU PAPEL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GFC existe, quem faz o quê e como a plataforma funciona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Estagiário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[seu nome]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Instrutora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__/__/____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ESTE MODELO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Apague este slide antes de apresentar.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89888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Substitua os textos em cinza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textos entre colchetes são orientações. Apague-os.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48256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com suas palavras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copie o material do site: mostre que entendeu.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34056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06624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exemplos reais do site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Casos, números e prints (cubra dados sensíveis).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364992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Apresente sem ler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 20 minutos. Use as notas do apresentador.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02336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você será avaliado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técnico 35% · Estrutura e clareza 20% · Domínio na apresentação 30% · Visão de impacto 15%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GFC EXISTE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402336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acontece quando um ativo de grande porte para sem aviso? Custo, disponibilidade, penalidade.]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4023360" cy="3566160"/>
          </a:xfrm>
          <a:prstGeom prst="rect">
            <a:avLst/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GFC responde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[Visibilidade, decisão com antecedência, estoque de proteção. Cite os pilares que considera mais importantes.]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1 E FROTAS POR SITE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292608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61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[Quais são os componentes e por que são monitorados.]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1051560"/>
          <a:ext cx="5166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88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Frotas monitoradas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 Serra Sul (S11D)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[modelos]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 Serra Norte (Carajás)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[modelos]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 Metais Básicos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[modelos]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Hydro Paragominas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[modelos]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Tocantinzinho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[modelos]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[modelos]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Alcoa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[modelos]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MODALIDADES DE CONTRATO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2651760" cy="2377440"/>
          </a:xfrm>
          <a:prstGeom prst="rect">
            <a:avLst/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61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[responsabilidade da Sotreq]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18688" y="1051560"/>
            <a:ext cx="2651760" cy="23774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55848" y="1161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Service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355848" y="15087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[responsabilidade da Sotreq]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25896" y="1051560"/>
            <a:ext cx="2651760" cy="23774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63056" y="1161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Rentável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163056" y="15087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[responsabilidade da Sotreq]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11480" y="365760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[Por que a modalidade muda a criticidade do monitoramento de vida útil?]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FAZ O QUÊ E POR QUAL CANAL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Responsabilidade principal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Analista de GFC / Engenharia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Consultor de Performance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Planejamento Central / CAT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11480" y="41148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[Escolha 1 site complexo e 1 unificado e explique como muda a cobrança.]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PLATAFORMA: ESTADOS E CONCEITOS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402336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do equipamento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[Liste os estados e o que cada um significa. Quais operações cada estado permite?]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402336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do componente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[Vida atual, vida útil estimada, % de vida útil, TTSN, TSO, TSI. Dê um exemplo numérico.]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APRENDIZADOS DA FASE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350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você aprendeu e que muda a forma de trabalhar]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494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você aprendeu e que muda a forma de trabalhar]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1638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você aprendeu e que muda a forma de trabalhar]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passo: [o que você vai aprofundar na próxima fase]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GFC e o meu papel</dc:title>
  <dc:subject>PptxGenJS Presentation</dc:subject>
  <dc:creator>PptxGenJS</dc:creator>
  <cp:lastModifiedBy>PptxGenJS</cp:lastModifiedBy>
  <cp:revision>1</cp:revision>
  <dcterms:created xsi:type="dcterms:W3CDTF">2026-10-01T18:57:12Z</dcterms:created>
  <dcterms:modified xsi:type="dcterms:W3CDTF">2026-10-01T18:57:12Z</dcterms:modified>
</cp:coreProperties>
</file>